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914400" y="1371600"/>
            <a:ext cx="10058400" cy="1828800"/>
          </a:xfrm>
          <a:prstGeom prst="rect">
            <a:avLst/>
          </a:prstGeom>
          <a:noFill/>
        </p:spPr>
        <p:txBody>
          <a:bodyPr wrap="square">
            <a:spAutoFit/>
          </a:bodyPr>
          <a:lstStyle/>
          <a:p>
            <a:pPr algn="ctr"/>
            <a:r>
              <a:rPr sz="4800" b="1">
                <a:solidFill>
                  <a:srgbClr val="FF6B00"/>
                </a:solidFill>
              </a:rPr>
              <a:t>Problem Statement No.29</a:t>
            </a:r>
          </a:p>
        </p:txBody>
      </p:sp>
      <p:sp>
        <p:nvSpPr>
          <p:cNvPr id="3" name="TextBox 2"/>
          <p:cNvSpPr txBox="1"/>
          <p:nvPr/>
        </p:nvSpPr>
        <p:spPr>
          <a:xfrm>
            <a:off x="914400" y="3200400"/>
            <a:ext cx="10058400" cy="1828800"/>
          </a:xfrm>
          <a:prstGeom prst="rect">
            <a:avLst/>
          </a:prstGeom>
          <a:noFill/>
        </p:spPr>
        <p:txBody>
          <a:bodyPr wrap="square">
            <a:spAutoFit/>
          </a:bodyPr>
          <a:lstStyle/>
          <a:p>
            <a:pPr algn="ctr"/>
            <a:r>
              <a:rPr sz="4000" b="1">
                <a:solidFill>
                  <a:srgbClr val="FFFFFF"/>
                </a:solidFill>
              </a:rPr>
              <a:t>Street Vendor Digitalization Agent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515600" cy="5943600"/>
          </a:xfrm>
          <a:prstGeom prst="rect">
            <a:avLst/>
          </a:prstGeom>
          <a:noFill/>
        </p:spPr>
        <p:txBody>
          <a:bodyPr wrap="square">
            <a:spAutoFit/>
          </a:bodyPr>
          <a:lstStyle/>
          <a:p>
            <a:r>
              <a:rPr sz="2200">
                <a:solidFill>
                  <a:srgbClr val="222222"/>
                </a:solidFill>
              </a:rPr>
              <a:t>Problem Statement No.29 – Street Vendor Digitalization Agent
The Challenge – A Street Vendor Digitalization Agent, powered by RAG (Retrieval-Augmented Generation), helps local hawkers and micro-entrepreneurs become digitally visible by generating business profiles, UPI setup guides, local SEO strategies, and customer engagement tips.
It retrieves real-time policies, MSME schemes, geolocation of business data, digital onboarding steps, and consumer behavior insights from government portals, fintech apps, and commerce platforms.
Vendors can simply say, "I sell fruit in Pune's Camp area," and the agent will suggest pricing tips, online listing platforms, QR code setup, and promotional materials in their local language.
This AI-driven assistant empowers informal businesses to grow digitally, unlock access to credit, and boost visibility in the hyperlocal economy.
Technology – Use of IBM Cloud Lite services / IBM Granite is mandatory.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914400" y="2286000"/>
            <a:ext cx="10058400" cy="1828800"/>
          </a:xfrm>
          <a:prstGeom prst="rect">
            <a:avLst/>
          </a:prstGeom>
          <a:noFill/>
        </p:spPr>
        <p:txBody>
          <a:bodyPr wrap="none">
            <a:spAutoFit/>
          </a:bodyPr>
          <a:lstStyle/>
          <a:p>
            <a:pPr algn="ctr"/>
            <a:r>
              <a:rPr sz="5400" b="1">
                <a:solidFill>
                  <a:srgbClr val="FF6B00"/>
                </a:solidFill>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