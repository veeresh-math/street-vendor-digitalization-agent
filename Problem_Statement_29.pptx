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6B00"/>
                </a:solidFill>
              </a:rPr>
              <a:t>Problem Statement No. 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Street Vendor Digitalization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1A7A4A"/>
                </a:solidFill>
              </a:rPr>
              <a:t>AICTE-IBM SkillsBuild Internship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6B00"/>
                </a:solidFill>
              </a:rP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200">
                <a:solidFill>
                  <a:srgbClr val="333333"/>
                </a:solidFill>
              </a:rPr>
              <a:t>A Street Vendor Digitalization Agent, powered by RAG (Retrieval-Augmented Generation), helps local hawkers and micro-entrepreneurs become digitally visible by generating: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3333"/>
                </a:solidFill>
              </a:rPr>
              <a:t>  •  Business profiles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3333"/>
                </a:solidFill>
              </a:rPr>
              <a:t>  •  UPI setup guides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3333"/>
                </a:solidFill>
              </a:rPr>
              <a:t>  •  Local SEO strategies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3333"/>
                </a:solidFill>
              </a:rPr>
              <a:t>  •  Customer engagement tips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1A7A4A"/>
                </a:solidFill>
              </a:rPr>
              <a:t>What It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 b="1">
                <a:solidFill>
                  <a:srgbClr val="333333"/>
                </a:solidFill>
              </a:rPr>
              <a:t>Real-time data retrieval from: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333333"/>
                </a:solidFill>
              </a:rPr>
              <a:t>  •  Government portals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333333"/>
                </a:solidFill>
              </a:rPr>
              <a:t>  •  Fintech apps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333333"/>
                </a:solidFill>
              </a:rPr>
              <a:t>  •  Commerce platforms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600"/>
              </a:spcBef>
            </a:pPr>
            <a:r>
              <a:rPr sz="2000" b="1">
                <a:solidFill>
                  <a:srgbClr val="333333"/>
                </a:solidFill>
              </a:rPr>
              <a:t>Retrieves: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333333"/>
                </a:solidFill>
              </a:rPr>
              <a:t>  •  Real-time policies &amp; MSME schemes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333333"/>
                </a:solidFill>
              </a:rPr>
              <a:t>  •  Geolocation of business data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333333"/>
                </a:solidFill>
              </a:rPr>
              <a:t>  •  Digital onboarding steps</a:t>
            </a:r>
          </a:p>
          <a:p>
            <a:pPr>
              <a:spcBef>
                <a:spcPts val="600"/>
              </a:spcBef>
            </a:pPr>
            <a:r>
              <a:rPr sz="2000" b="0">
                <a:solidFill>
                  <a:srgbClr val="333333"/>
                </a:solidFill>
              </a:rPr>
              <a:t>  •  Consumer behavior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6B00"/>
                </a:solidFill>
              </a:rPr>
              <a:t>Example Usage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i="1">
                <a:solidFill>
                  <a:srgbClr val="FFFFFF"/>
                </a:solidFill>
              </a:rPr>
              <a:t>"I sell fruit in Pune's Camp area."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7A4A"/>
                </a:solidFill>
              </a:rPr>
              <a:t>The agent suggests:</a:t>
            </a:r>
          </a:p>
          <a:p>
            <a:pPr>
              <a:spcBef>
                <a:spcPts val="1000"/>
              </a:spcBef>
            </a:pPr>
            <a:r>
              <a:rPr sz="2000">
                <a:solidFill>
                  <a:srgbClr val="FFFFFF"/>
                </a:solidFill>
              </a:rPr>
              <a:t>  ✅  Pricing tips for local market</a:t>
            </a:r>
          </a:p>
          <a:p>
            <a:pPr>
              <a:spcBef>
                <a:spcPts val="1000"/>
              </a:spcBef>
            </a:pPr>
            <a:r>
              <a:rPr sz="2000">
                <a:solidFill>
                  <a:srgbClr val="FFFFFF"/>
                </a:solidFill>
              </a:rPr>
              <a:t>  ✅  Online listing platforms (Google, Swiggy, Zomato)</a:t>
            </a:r>
          </a:p>
          <a:p>
            <a:pPr>
              <a:spcBef>
                <a:spcPts val="1000"/>
              </a:spcBef>
            </a:pPr>
            <a:r>
              <a:rPr sz="2000">
                <a:solidFill>
                  <a:srgbClr val="FFFFFF"/>
                </a:solidFill>
              </a:rPr>
              <a:t>  ✅  QR code setup for UPI payments</a:t>
            </a:r>
          </a:p>
          <a:p>
            <a:pPr>
              <a:spcBef>
                <a:spcPts val="1000"/>
              </a:spcBef>
            </a:pPr>
            <a:r>
              <a:rPr sz="2000">
                <a:solidFill>
                  <a:srgbClr val="FFFFFF"/>
                </a:solidFill>
              </a:rPr>
              <a:t>  ✅  Promotional materials in local language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054ADA"/>
                </a:solidFill>
              </a:rPr>
              <a:t>Impact &amp;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7A4A"/>
                </a:solidFill>
              </a:rPr>
              <a:t>Impact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333333"/>
                </a:solidFill>
              </a:rPr>
              <a:t>  •  Empowers informal businesses to grow digitally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333333"/>
                </a:solidFill>
              </a:rPr>
              <a:t>  •  Unlocks access to credit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333333"/>
                </a:solidFill>
              </a:rPr>
              <a:t>  •  Boosts visibility in hyperlocal economy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333333"/>
                </a:solidFill>
              </a:rPr>
              <a:t>  •  Serves 5 Crore+ street vendors across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54ADA"/>
                </a:solidFill>
              </a:rPr>
              <a:t>Technology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333333"/>
                </a:solidFill>
              </a:rPr>
              <a:t>  •  IBM Cloud Lite services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333333"/>
                </a:solidFill>
              </a:rPr>
              <a:t>  •  IBM Granite / watsonx.ai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333333"/>
                </a:solidFill>
              </a:rPr>
              <a:t>  •  RAG (Retrieval-Augmented Generation)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333333"/>
                </a:solidFill>
              </a:rPr>
              <a:t>  •  Multilingual support (8 Indian languages)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FF6B00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FFFFFF"/>
                </a:solidFill>
              </a:rPr>
              <a:t>Built with IBM watsonx.ai for India's Street Vendors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